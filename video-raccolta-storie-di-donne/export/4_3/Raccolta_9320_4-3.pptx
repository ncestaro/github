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_poltron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101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_fermo_poltr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_contato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206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_fermo_impo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5_poltro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71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_fermo_polt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Raccolta fondi – Storie di donne straordinariamente semplici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