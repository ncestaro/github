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1_poltron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Tm="101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_fermo_poltr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3_contato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Tm="206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5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4_fermo_impo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5_poltro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advTm="71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FC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6_fermo_polt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Raccolta fondi – Storie di donne straordinariamente semplici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